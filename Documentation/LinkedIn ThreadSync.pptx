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6C609-3056-4EE3-9A5A-ADD67F91A9BB}" v="1" dt="2026-04-24T17:15:01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9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6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286000"/>
            <a:ext cx="2286000" cy="2286000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777240"/>
            <a:ext cx="320040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777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316  ·  OPERATING SYSTEMS  ·  LPU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 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browser-based tool that brings OS concurrency primitives to life —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9504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41648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93792" y="4407408"/>
            <a:ext cx="1078992" cy="292608"/>
          </a:xfrm>
          <a:prstGeom prst="roundRect">
            <a:avLst>
              <a:gd name="adj" fmla="val 18750"/>
            </a:avLst>
          </a:prstGeom>
          <a:solidFill>
            <a:srgbClr val="1A1A35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44074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explore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274320"/>
            <a:ext cx="1371600" cy="1371600"/>
          </a:xfrm>
          <a:prstGeom prst="ellipse">
            <a:avLst/>
          </a:prstGeom>
          <a:solidFill>
            <a:srgbClr val="14140F"/>
          </a:solidFill>
          <a:ln w="12700">
            <a:solidFill>
              <a:srgbClr val="1E3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OS Theory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draw static semaphore diagrams. You nod along... but do you really get it?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— so I built something that shows you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200400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3200400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Semaphores blocking threads in real-time FIFO queues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950208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950208"/>
            <a:ext cx="54864" cy="5943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502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Mutex lock ownership transferring between threads 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700016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700016"/>
            <a:ext cx="54864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0001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Producer-consumer buffers filling and draining dynamically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5449824"/>
            <a:ext cx="6217920" cy="59436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49824"/>
            <a:ext cx="54864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98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Philosophers deadlock — and escape it — right before your eyes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Counting Semaphore —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6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 ready to compete for 2 slots. All sitting in Waiting state — yellow, calm, and queued. The P/V storm hasn't started yet 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Counting Semaphore — Simulation Running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7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&amp; T1 hold both slots (Running 🟢). T2 is still Waiting. T3 is Blocked 🔴 in the FIFO queue. Watch the timestamps in the log — this is P/V in action.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Mutex — Mutual Exclusion Lock ·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AB308">
              <a:alpha val="3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8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EAB308">
              <a:alpha val="60000"/>
            </a:srgbClr>
          </a:solidFill>
          <a:ln w="12700">
            <a:solidFill>
              <a:srgbClr val="EAB30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threads. One lock. Zero owners. Everyone is politely waiting — but only one will ever get in at a time. Fairness is guaranteed via FIFO wake semantics.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Mutex — Lock Contention Live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49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owns the lock (OWNER badge 🏆). T1, T2 &amp; T4 are Blocked 🔴 in FIFO order. Log shows T3 released → T0 acquired via FIFO wake. One owner. Always.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Monitor — Bounded Buffer · Initial State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FREE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50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Producers, 2 Consumers, buffer cap 4. notFull bar is maxed — room to produce. notEmpty is flat — nothing to consume yet. Classic Hoare monitor, ready to go.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Dining Philosophers — Back-off in 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82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</a:t>
            </a:r>
            <a:endParaRPr lang="en-US" sz="900" dirty="0"/>
          </a:p>
        </p:txBody>
      </p:sp>
      <p:pic>
        <p:nvPicPr>
          <p:cNvPr id="8" name="Image 0" descr="/home/claude/images/Thread Sync Visualizer Images/Screenshot (52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896112"/>
            <a:ext cx="6528816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212080"/>
            <a:ext cx="6858000" cy="1325880"/>
          </a:xfrm>
          <a:prstGeom prst="rect">
            <a:avLst/>
          </a:prstGeom>
          <a:solidFill>
            <a:srgbClr val="16163A"/>
          </a:solidFill>
          <a:ln w="12700">
            <a:solidFill>
              <a:srgbClr val="1616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5212080"/>
            <a:ext cx="6858000" cy="22860"/>
          </a:xfrm>
          <a:prstGeom prst="rect">
            <a:avLst/>
          </a:prstGeom>
          <a:solidFill>
            <a:srgbClr val="FB923C">
              <a:alpha val="60000"/>
            </a:srgbClr>
          </a:solidFill>
          <a:ln w="12700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2578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is Eating 🟢 — holding forks F1 &amp; F2. P0 and P3 are Hungry but blocked. The back-off strategy releases one fork if the other is taken. No deadlock. Ever. ✅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It's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  ·  Zero backend  ·  Deploy anywhere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371600"/>
            <a:ext cx="30632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18 + Vite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92024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architecture with HMR. AnimatePresence powers smooth tab transitions between modules.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93592" y="1371600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1371600"/>
            <a:ext cx="3063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Tailwind CSS + Framer Motion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0752" y="192024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utility-first styling with fluid animations on every thread state change.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944368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944368"/>
            <a:ext cx="3063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0815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Dual-Layer State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49300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drives the simulation (no re-renders). useState drives the UI. Like a game-engine physics loop.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93592" y="2944368"/>
            <a:ext cx="3063240" cy="1417320"/>
          </a:xfrm>
          <a:prstGeom prst="rect">
            <a:avLst/>
          </a:prstGeom>
          <a:solidFill>
            <a:srgbClr val="1E1E3A"/>
          </a:solidFill>
          <a:ln w="12700">
            <a:solidFill>
              <a:srgbClr val="1E1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3592" y="2944368"/>
            <a:ext cx="30632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30815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Vercel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349300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build via npm run build. Deployed in seconds. No server, no config, no friction.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43000" y="452628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thread-sync-visualizer.vercel.app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0D1F"/>
          </a:solidFill>
          <a:ln w="12700">
            <a:solidFill>
              <a:srgbClr val="0D0D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320040"/>
            <a:ext cx="1371600" cy="1371600"/>
          </a:xfrm>
          <a:prstGeom prst="ellipse">
            <a:avLst/>
          </a:prstGeom>
          <a:solidFill>
            <a:srgbClr val="1A0A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320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It. Break It.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zero-install, works in any browser.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CS students, OS instructors, and anyone who finds concurrency fascinating.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639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thread-sync-visualizer.vercel.app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https://github.com/Realco037/Thread-Sync-Visualizer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5760720" cy="548640"/>
          </a:xfrm>
          <a:prstGeom prst="rect">
            <a:avLst/>
          </a:prstGeom>
          <a:solidFill>
            <a:srgbClr val="1E1E3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047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· CSE 316 · B.Tech CSE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321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6565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511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40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69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98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8269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6557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845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4216" y="6537960"/>
            <a:ext cx="109728" cy="109728"/>
          </a:xfrm>
          <a:prstGeom prst="ellipse">
            <a:avLst/>
          </a:prstGeom>
          <a:solidFill>
            <a:srgbClr val="2D2D4A"/>
          </a:solidFill>
          <a:ln w="12700">
            <a:solidFill>
              <a:srgbClr val="2D2D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97096" y="653796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575</Words>
  <Application>Microsoft Office PowerPoint</Application>
  <PresentationFormat>Custom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Synchronization Visualizer — LinkedIn Carousel</dc:title>
  <dc:subject>PptxGenJS Presentation</dc:subject>
  <dc:creator>Mac Tanatswa Muza</dc:creator>
  <cp:lastModifiedBy>Mac Muza</cp:lastModifiedBy>
  <cp:revision>2</cp:revision>
  <dcterms:created xsi:type="dcterms:W3CDTF">2026-04-24T17:01:38Z</dcterms:created>
  <dcterms:modified xsi:type="dcterms:W3CDTF">2026-04-24T17:27:31Z</dcterms:modified>
</cp:coreProperties>
</file>