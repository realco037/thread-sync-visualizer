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9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 Muza" userId="03fc59152c9019c1" providerId="LiveId" clId="{08664B89-B3F3-4175-ACF7-D81A7ED63EB5}"/>
    <pc:docChg chg="modSld">
      <pc:chgData name="Mac Muza" userId="03fc59152c9019c1" providerId="LiveId" clId="{08664B89-B3F3-4175-ACF7-D81A7ED63EB5}" dt="2026-04-24T17:08:53.642" v="0" actId="20577"/>
      <pc:docMkLst>
        <pc:docMk/>
      </pc:docMkLst>
      <pc:sldChg chg="modSp mod">
        <pc:chgData name="Mac Muza" userId="03fc59152c9019c1" providerId="LiveId" clId="{08664B89-B3F3-4175-ACF7-D81A7ED63EB5}" dt="2026-04-24T17:08:53.642" v="0" actId="20577"/>
        <pc:sldMkLst>
          <pc:docMk/>
          <pc:sldMk cId="0" sldId="265"/>
        </pc:sldMkLst>
        <pc:spChg chg="mod">
          <ac:chgData name="Mac Muza" userId="03fc59152c9019c1" providerId="LiveId" clId="{08664B89-B3F3-4175-ACF7-D81A7ED63EB5}" dt="2026-04-24T17:08:53.642" v="0" actId="20577"/>
          <ac:spMkLst>
            <pc:docMk/>
            <pc:sldMk cId="0" sldId="265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63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4114800" cy="4114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2286000"/>
            <a:ext cx="2286000" cy="228600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777240"/>
            <a:ext cx="3200400" cy="347472"/>
          </a:xfrm>
          <a:prstGeom prst="roundRect">
            <a:avLst>
              <a:gd name="adj" fmla="val 26316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777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316  ·  OPERATING SYSTEMS  ·  LPU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5943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 🧵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browser-based tool that brings OS concurrency primitives to life — in real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" y="4407408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1A1A35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44074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4407408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1A1A35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44074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89504" y="4407408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1A1A35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9504" y="44074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41648" y="4407408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1A1A35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1648" y="44074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93792" y="4407408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1A1A35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44074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0" y="48463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explore 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51176" y="653796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3405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1693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9981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8269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6557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4845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3133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1421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9709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274320"/>
            <a:ext cx="1371600" cy="1371600"/>
          </a:xfrm>
          <a:prstGeom prst="ellipse">
            <a:avLst/>
          </a:prstGeom>
          <a:solidFill>
            <a:srgbClr val="14140F"/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274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OS Theory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395728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draw static semaphore diagrams. You nod along... but do you really get it?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didn't — so I built something that shows you instead.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3200400"/>
            <a:ext cx="6217920" cy="59436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3200400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004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Semaphores blocking threads in real-time FIFO queues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950208"/>
            <a:ext cx="6217920" cy="59436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3950208"/>
            <a:ext cx="54864" cy="5943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5020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Mutex lock ownership transferring between threads live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4700016"/>
            <a:ext cx="6217920" cy="59436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4700016"/>
            <a:ext cx="54864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0001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Producer-consumer buffers filling and draining dynamically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5449824"/>
            <a:ext cx="6217920" cy="59436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5449824"/>
            <a:ext cx="54864" cy="59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44982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Philosophers deadlock — and escape it — right before your eyes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5117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34056" y="653796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1693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9981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8269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6557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4845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3133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1421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9709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Counting Semaphore — Initial State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20640" y="18288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82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900" dirty="0"/>
          </a:p>
        </p:txBody>
      </p:sp>
      <p:pic>
        <p:nvPicPr>
          <p:cNvPr id="8" name="Image 0" descr="/home/claude/images/Thread Sync Visualizer Images/Screenshot (46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896112"/>
            <a:ext cx="6528816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5212080"/>
            <a:ext cx="685800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5212080"/>
            <a:ext cx="6858000" cy="22860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52578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threads ready to compete for 2 slots. All sitting in Waiting state — yellow, calm, and queued. The P/V storm hasn't started yet ⚡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0936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Counting Semaphore — Simulation Running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20640" y="18288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82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pic>
        <p:nvPicPr>
          <p:cNvPr id="8" name="Image 0" descr="/home/claude/images/Thread Sync Visualizer Images/Screenshot (47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896112"/>
            <a:ext cx="6528816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5212080"/>
            <a:ext cx="685800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5212080"/>
            <a:ext cx="6858000" cy="22860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52578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&amp; T1 hold both slots (Running 🟢). T2 is still Waiting. T3 is Blocked 🔴 in the FIFO queue. Watch the timestamps in the log — this is P/V in action.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0936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Mutex — Mutual Exclusion Lock · Initial State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20640" y="18288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EAB308">
              <a:alpha val="3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82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</a:t>
            </a:r>
            <a:endParaRPr lang="en-US" sz="900" dirty="0"/>
          </a:p>
        </p:txBody>
      </p:sp>
      <p:pic>
        <p:nvPicPr>
          <p:cNvPr id="8" name="Image 0" descr="/home/claude/images/Thread Sync Visualizer Images/Screenshot (48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896112"/>
            <a:ext cx="6528816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5212080"/>
            <a:ext cx="685800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5212080"/>
            <a:ext cx="6858000" cy="22860"/>
          </a:xfrm>
          <a:prstGeom prst="rect">
            <a:avLst/>
          </a:prstGeom>
          <a:solidFill>
            <a:srgbClr val="EAB308">
              <a:alpha val="60000"/>
            </a:srgbClr>
          </a:solidFill>
          <a:ln w="12700">
            <a:solidFill>
              <a:srgbClr val="EAB308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52578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threads. One lock. Zero owners. Everyone is politely waiting — but only one will ever get in at a time. Fairness is guaranteed via FIFO wake semantics.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0936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Mutex — Lock Contention Live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20640" y="18288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82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900" dirty="0"/>
          </a:p>
        </p:txBody>
      </p:sp>
      <p:pic>
        <p:nvPicPr>
          <p:cNvPr id="8" name="Image 0" descr="/home/claude/images/Thread Sync Visualizer Images/Screenshot (49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896112"/>
            <a:ext cx="6528816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5212080"/>
            <a:ext cx="685800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5212080"/>
            <a:ext cx="6858000" cy="22860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52578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owns the lock (OWNER badge 🏆). T1, T2 &amp; T4 are Blocked 🔴 in FIFO order. Log shows T3 released → T0 acquired via FIFO wake. One owner. Always.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0936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Monitor — Bounded Buffer · Initial State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20640" y="18288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38BDF8">
              <a:alpha val="3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82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FREE</a:t>
            </a:r>
            <a:endParaRPr lang="en-US" sz="900" dirty="0"/>
          </a:p>
        </p:txBody>
      </p:sp>
      <p:pic>
        <p:nvPicPr>
          <p:cNvPr id="8" name="Image 0" descr="/home/claude/images/Thread Sync Visualizer Images/Screenshot (50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896112"/>
            <a:ext cx="6528816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5212080"/>
            <a:ext cx="685800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5212080"/>
            <a:ext cx="6858000" cy="22860"/>
          </a:xfrm>
          <a:prstGeom prst="rect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52578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Producers, 2 Consumers, buffer cap 4. notFull bar is maxed — room to produce. notEmpty is flat — nothing to consume yet. Classic Hoare monitor, ready to go.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0936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Dining Philosophers — Back-off in Action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20640" y="18288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82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</a:t>
            </a:r>
            <a:endParaRPr lang="en-US" sz="900" dirty="0"/>
          </a:p>
        </p:txBody>
      </p:sp>
      <p:pic>
        <p:nvPicPr>
          <p:cNvPr id="8" name="Image 0" descr="/home/claude/images/Thread Sync Visualizer Images/Screenshot (52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896112"/>
            <a:ext cx="6528816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5212080"/>
            <a:ext cx="685800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5212080"/>
            <a:ext cx="6858000" cy="22860"/>
          </a:xfrm>
          <a:prstGeom prst="rect">
            <a:avLst/>
          </a:prstGeom>
          <a:solidFill>
            <a:srgbClr val="FB923C">
              <a:alpha val="60000"/>
            </a:srgbClr>
          </a:solidFill>
          <a:ln w="12700">
            <a:solidFill>
              <a:srgbClr val="FB923C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52578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is Eating 🟢 — holding forks F1 &amp; F2. P0 and P3 are Hungry but blocked. The back-off strategy releases one fork if the other is taken. No deadlock. Ever. ✅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0936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How It's Built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client-side  ·  Zero backend  ·  Deploy anywhere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371600"/>
            <a:ext cx="3063240" cy="141732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371600"/>
            <a:ext cx="30632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5087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React 18 + Vite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920240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architecture with HMR. AnimatePresence powers smooth tab transitions between modules.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93592" y="1371600"/>
            <a:ext cx="3063240" cy="141732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3592" y="1371600"/>
            <a:ext cx="3063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5087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Tailwind CSS + Framer Motion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30752" y="1920240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Dark-mode utility-first styling with fluid animations on every thread state change.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2944368"/>
            <a:ext cx="3063240" cy="141732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944368"/>
            <a:ext cx="3063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308152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Dual-Layer State Engine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" y="3493008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useRef drives the simulation (no re-renders). useState drives the UI. Like a game-engine physics loop.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93592" y="2944368"/>
            <a:ext cx="3063240" cy="141732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93592" y="2944368"/>
            <a:ext cx="306324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308152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Vercel Deployment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30752" y="3493008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build via npm run build. Deployed in seconds. No server, no config, no friction.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43000" y="4526280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4C1D9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526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thread-sync-visualizer.vercel.app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5117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3405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1693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9981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8269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6557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4845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3133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14216" y="653796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9709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4114800" cy="4114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320040"/>
            <a:ext cx="1371600" cy="1371600"/>
          </a:xfrm>
          <a:prstGeom prst="ellipse">
            <a:avLst/>
          </a:prstGeom>
          <a:solidFill>
            <a:srgbClr val="1A0A3A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320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It. Break It.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It.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zero-install, works in any browser.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CS students, OS instructors, and anyone who finds concurrency fascinating.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639312"/>
            <a:ext cx="5760720" cy="548640"/>
          </a:xfrm>
          <a:prstGeom prst="rect">
            <a:avLst/>
          </a:prstGeom>
          <a:solidFill>
            <a:srgbClr val="1E1E3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6393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666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3913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thread-sync-visualizer.vercel.app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760720" cy="548640"/>
          </a:xfrm>
          <a:prstGeom prst="rect">
            <a:avLst/>
          </a:prstGeom>
          <a:solidFill>
            <a:srgbClr val="1E1E3A"/>
          </a:solidFill>
          <a:ln w="12700">
            <a:solidFill>
              <a:srgbClr val="2D2D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685800" y="4343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370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4617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github.com/Vanshr45/OS_Project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5047488"/>
            <a:ext cx="5760720" cy="548640"/>
          </a:xfrm>
          <a:prstGeom prst="rect">
            <a:avLst/>
          </a:prstGeom>
          <a:solidFill>
            <a:srgbClr val="1E1E3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0474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074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LPU · CSE 316 · B.Tech CSE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53218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May 2026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17920" y="65653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5117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3405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693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9981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8269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6557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4845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3133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1421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97096" y="653796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</Words>
  <Application>Microsoft Office PowerPoint</Application>
  <PresentationFormat>Custom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 Synchronization Visualizer — LinkedIn Carousel</dc:title>
  <dc:subject>PptxGenJS Presentation</dc:subject>
  <dc:creator>Mac Tanatswa Muza</dc:creator>
  <cp:lastModifiedBy>Mac Muza</cp:lastModifiedBy>
  <cp:revision>1</cp:revision>
  <dcterms:created xsi:type="dcterms:W3CDTF">2026-04-24T17:01:38Z</dcterms:created>
  <dcterms:modified xsi:type="dcterms:W3CDTF">2026-04-24T17:09:02Z</dcterms:modified>
</cp:coreProperties>
</file>